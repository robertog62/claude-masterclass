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Guide to Claude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AI-Powered Development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Claude Code?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CLI tool from Anthropic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that lives in your terminal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 to your codebase and tools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interface for development tasks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write, and edit files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terminal commands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navigate codebases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operations and version control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fetching and research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via npm: npm install -g @anthropic-ai/claude-code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configuration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setup wizard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integrations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CLAUDE.md 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intelligence file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 per project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 and conventions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preferences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project root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System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Write, Edit tools for files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for terminal operations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 and Grep for searching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for complex operations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WebFetch and WebSearch for research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Prompting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what you want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 about your project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specific files when needed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complex tasks into steps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slash commands for common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Reading &amp; Navigation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Read tool to examine files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 for finding files by pattern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for searching content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with Explore agent for codebase understanding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Editing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read before editing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Edit for surgical changes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for creating new files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Atomic, focused modifications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diffs before committing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diff, and log commands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with descriptive messages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management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creation with gh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force push without permission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TaskCreate for multi-step work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 to see all tasks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TaskUpdate to mark progress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tool for parallel operations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task execution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Customization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slash commands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skills in .claude/skills/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invocation with /command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Claude's capabilities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Project-specific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changes minimal and focused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over-engineer solutions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specialized tools over bash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calls for independent tasks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before modifying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secrets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at system boundaries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cautious with destructive commands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generated code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awareness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for complex features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agents for parallel work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integrations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for automation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strategies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Claude Code in your next project!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accelerates development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CLAUDE.md setup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project-specific skills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effective prompting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community for updates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Guide to Claude Code</dc:title>
  <dc:subject/>
  <dc:creator>AVIZ</dc:creator>
  <cp:lastModifiedBy>AVIZ</cp:lastModifiedBy>
  <cp:revision>1</cp:revision>
  <dcterms:created xsi:type="dcterms:W3CDTF">2026-02-02T02:23:33Z</dcterms:created>
  <dcterms:modified xsi:type="dcterms:W3CDTF">2026-02-02T02:23:33Z</dcterms:modified>
</cp:coreProperties>
</file>